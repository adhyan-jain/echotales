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7" r:id="rId19"/>
    <p:sldId id="264" r:id="rId16"/>
    <p:sldId id="268" r:id="rId20"/>
    <p:sldId id="265" r:id="rId17"/>
    <p:sldId id="266" r:id="rId18"/>
    <p:sldId id="270" r:id="rId22"/>
    <p:sldId id="269" r:id="rId21"/>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Lead with the pipeline result, then the memory boundary.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Reading Assistants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Reader-faithfulness: detecting and fixing look-ahead leaks from the pipeline and from model memory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1800">
                <a:solidFill>
                  <a:srgbClr val="1B1F2A"/>
                </a:solidFill>
                <a:latin typeface="Arial"/>
              </a:rPr>
              <a:t>•  RQ2  Is the gap caused by memory keyed on names, or just by losing name cues like gender and nationality?  (cue-preserving pseudonyms)</a:t>
            </a:r>
          </a:p>
          <a:p>
            <a:pPr>
              <a:spcAft>
                <a:spcPts val="1000"/>
              </a:spcAft>
            </a:pPr>
            <a:r>
              <a:rPr sz="1800">
                <a:solidFill>
                  <a:srgbClr val="1B1F2A"/>
                </a:solidFill>
                <a:latin typeface="Arial"/>
              </a:rPr>
              <a:t>•  RQ3  Does the gap grow with how well-known the book is?  (dose-response; pre-registered confirmatory run)</a:t>
            </a:r>
          </a:p>
          <a:p>
            <a:pPr>
              <a:spcAft>
                <a:spcPts val="1000"/>
              </a:spcAft>
            </a:pPr>
            <a:r>
              <a:rPr sz="1800">
                <a:solidFill>
                  <a:srgbClr val="1B1F2A"/>
                </a:solidFill>
                <a:latin typeface="Arial"/>
              </a:rPr>
              <a:t>•  RQ4  Does the pipeline itself leak: our own graph, and a common whole-book character card? Does versioning fix it?  (truncate-and-rebuild, cipher names)</a:t>
            </a:r>
          </a:p>
          <a:p>
            <a:pPr>
              <a:spcAft>
                <a:spcPts val="1000"/>
              </a:spcAft>
            </a:pPr>
            <a:r>
              <a:rPr sz="18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Resolver: 0 of 28,165 mention-cut pairs differ (14 cuts, 3 serials); ids stable.</a:t>
            </a:r>
          </a:p>
          <a:p>
            <a:pPr>
              <a:spcAft>
                <a:spcPts val="1000"/>
              </a:spcAft>
            </a:pPr>
            <a:r>
              <a:rPr sz="1800">
                <a:solidFill>
                  <a:srgbClr val="1B1F2A"/>
                </a:solidFill>
                <a:latin typeface="Arial"/>
              </a:rPr>
              <a:t>•  Persona stage: 23 of 288 character-cuts differ (8.0%): gender from later pronouns, body splits from a whole-volume rule.</a:t>
            </a:r>
          </a:p>
          <a:p>
            <a:pPr>
              <a:spcAft>
                <a:spcPts val="1000"/>
              </a:spcAft>
            </a:pPr>
            <a:r>
              <a:rPr sz="1800">
                <a:solidFill>
                  <a:srgbClr val="1B1F2A"/>
                </a:solidFill>
                <a:latin typeface="Arial"/>
              </a:rPr>
              <a:t>•  Resolver is close to a normalised-string lookup (adjusted Rand index 0.971 to 0.985).</a:t>
            </a:r>
          </a:p>
          <a:p>
            <a:pPr>
              <a:spcAft>
                <a:spcPts val="1000"/>
              </a:spcAft>
            </a:pPr>
            <a:r>
              <a:rPr sz="1800">
                <a:solidFill>
                  <a:srgbClr val="1B1F2A"/>
                </a:solidFill>
                <a:latin typeface="Arial"/>
              </a:rPr>
              <a:t>•  Repair: version each fact by the chapter its evidence came from: 0 divergences. Hiding every exposed fact is worse than doing nothing (82 vs 23 of 289).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Events were selected by a model and checked against the book's text, not by people. No human annotation is used or claimed.</a:t>
            </a:r>
          </a:p>
          <a:p>
            <a:pPr>
              <a:spcAft>
                <a:spcPts val="1000"/>
              </a:spcAft>
            </a:pPr>
            <a:r>
              <a:rPr sz="1800">
                <a:solidFill>
                  <a:srgbClr val="1B1F2A"/>
                </a:solidFill>
                <a:latin typeface="Arial"/>
              </a:rPr>
              <a:t>•  One leak rule uses a judge model; checked against the strict text rule it finds 92% of leaks with 0.9% false alarms (kappa 0.92).</a:t>
            </a:r>
          </a:p>
          <a:p>
            <a:pPr>
              <a:spcAft>
                <a:spcPts val="1000"/>
              </a:spcAft>
            </a:pPr>
            <a:r>
              <a:rPr sz="1800">
                <a:solidFill>
                  <a:srgbClr val="1B1F2A"/>
                </a:solidFill>
                <a:latin typeface="Arial"/>
              </a:rPr>
              <a:t>•  One card prompt and one reader position per event in the main test; extra positions, a second prompt and a second cipher were run on one model.</a:t>
            </a:r>
          </a:p>
          <a:p>
            <a:pPr>
              <a:spcAft>
                <a:spcPts val="1000"/>
              </a:spcAft>
            </a:pPr>
            <a:r>
              <a:rPr sz="1800">
                <a:solidFill>
                  <a:srgbClr val="1B1F2A"/>
                </a:solidFill>
                <a:latin typeface="Arial"/>
              </a:rPr>
              <a:t>•  Memory leakage is clear only on famous books (exploratory); on obscure books it stays under about 5 points.</a:t>
            </a:r>
          </a:p>
          <a:p>
            <a:pPr>
              <a:spcAft>
                <a:spcPts val="1000"/>
              </a:spcAft>
            </a:pPr>
            <a:r>
              <a:rPr sz="1800">
                <a:solidFill>
                  <a:srgbClr val="1B1F2A"/>
                </a:solidFill>
                <a:latin typeface="Arial"/>
              </a:rPr>
              <a:t>•  All tests were pre-registered before their results existed; nulls are reported as nulls.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365760" y="1280160"/>
            <a:ext cx="5394960" cy="4572000"/>
          </a:xfrm>
          <a:prstGeom prst="rect">
            <a:avLst/>
          </a:prstGeom>
          <a:noFill/>
        </p:spPr>
        <p:txBody>
          <a:bodyPr wrap="square">
            <a:spAutoFit/>
          </a:bodyPr>
          <a:lstStyle/>
          <a:p>
            <a:pPr>
              <a:spcAft>
                <a:spcPts val="1000"/>
              </a:spcAft>
            </a:pPr>
            <a:r>
              <a:rPr sz="1200">
                <a:solidFill>
                  <a:srgbClr val="1B1F2A"/>
                </a:solidFill>
                <a:latin typeface="Arial"/>
              </a:rPr>
              <a:t>•  Whole-book card, renamed names: leak 18.5% (judge), 24.6% (strict text rule)</a:t>
            </a:r>
          </a:p>
          <a:p>
            <a:pPr>
              <a:spcAft>
                <a:spcPts val="1000"/>
              </a:spcAft>
            </a:pPr>
            <a:r>
              <a:rPr sz="1200">
                <a:solidFill>
                  <a:srgbClr val="1B1F2A"/>
                </a:solidFill>
                <a:latin typeface="Arial"/>
              </a:rPr>
              <a:t>•  Versioned (prefix-built) card: leak 1.2% renamed, 3.7% original names</a:t>
            </a:r>
          </a:p>
          <a:p>
            <a:pPr>
              <a:spcAft>
                <a:spcPts val="1000"/>
              </a:spcAft>
            </a:pPr>
            <a:r>
              <a:rPr sz="1200">
                <a:solidFill>
                  <a:srgbClr val="1B1F2A"/>
                </a:solidFill>
                <a:latin typeface="Arial"/>
              </a:rPr>
              <a:t>•  Input-channel leak W minus P: +17.3 points [9.3, 26.5]; memory-only leak +2.5 points</a:t>
            </a:r>
          </a:p>
          <a:p>
            <a:pPr>
              <a:spcAft>
                <a:spcPts val="1000"/>
              </a:spcAft>
            </a:pPr>
            <a:r>
              <a:rPr sz="1200">
                <a:solidFill>
                  <a:srgbClr val="1B1F2A"/>
                </a:solidFill>
                <a:latin typeface="Arial"/>
              </a:rPr>
              <a:t>•  Same frozen events and reveal oracle as the confirmatory study; pre-registered (addenda 6 to 8)</a:t>
            </a:r>
          </a:p>
          <a:p>
            <a:pPr>
              <a:spcAft>
                <a:spcPts val="1000"/>
              </a:spcAft>
            </a:pPr>
            <a:r>
              <a:rPr sz="1200">
                <a:solidFill>
                  <a:srgbClr val="1B1F2A"/>
                </a:solidFill>
                <a:latin typeface="Arial"/>
              </a:rPr>
              <a:t>•  Larger 24-32B models: whole-book card 23.1% vs versioned 1.9%; memory-only +0.0 points</a:t>
            </a:r>
          </a:p>
          <a:p>
            <a:pPr>
              <a:spcAft>
                <a:spcPts val="1000"/>
              </a:spcAft>
            </a:pPr>
            <a:r>
              <a:rPr sz="1200">
                <a:solidFill>
                  <a:srgbClr val="1B1F2A"/>
                </a:solidFill>
                <a:latin typeface="Arial"/>
              </a:rPr>
              <a:t>•  'Avoid spoilers' instruction: whole-book card still leaks 14.8% vs versioned 0.0%; second cipher input leak +31.6 points (strict text rule)</a:t>
            </a:r>
          </a:p>
          <a:p>
            <a:pPr>
              <a:spcAft>
                <a:spcPts val="1000"/>
              </a:spcAft>
            </a:pPr>
            <a:r>
              <a:rPr sz="1200">
                <a:solidFill>
                  <a:srgbClr val="1B1F2A"/>
                </a:solidFill>
                <a:latin typeface="Arial"/>
              </a:rPr>
              <a:t>•  Earlier reader positions: versioned card 1.9% / 1.9% vs whole-book 16.7%; second prompt input leak +18.5 points</a:t>
            </a:r>
          </a:p>
        </p:txBody>
      </p:sp>
      <p:pic>
        <p:nvPicPr>
          <p:cNvPr id="7" name="Picture 6" descr="fig_rf.png"/>
          <p:cNvPicPr>
            <a:picLocks noChangeAspect="1"/>
          </p:cNvPicPr>
          <p:nvPr/>
        </p:nvPicPr>
        <p:blipFill>
          <a:blip r:embed="rId3"/>
          <a:stretch>
            <a:fillRect/>
          </a:stretch>
        </p:blipFill>
        <p:spPr>
          <a:xfrm>
            <a:off x="5852160" y="1645920"/>
            <a:ext cx="6126480" cy="215078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A common assistant design, a whole-book character card, names the hidden identity early in 18.5-23.1% of events even on cipher names: the pipeline leaks, not the model's memory.</a:t>
            </a:r>
          </a:p>
          <a:p>
            <a:pPr>
              <a:spcAft>
                <a:spcPts val="1000"/>
              </a:spcAft>
            </a:pPr>
            <a:r>
              <a:rPr sz="1900">
                <a:solidFill>
                  <a:srgbClr val="1B1F2A"/>
                </a:solidFill>
                <a:latin typeface="Arial"/>
              </a:rPr>
              <a:t>•  A versioned card built from the reader's prefix fixes it (1.2% leak); an 'avoid spoilers' instruction does not.</a:t>
            </a:r>
          </a:p>
          <a:p>
            <a:pPr>
              <a:spcAft>
                <a:spcPts val="1000"/>
              </a:spcAft>
            </a:pPr>
            <a:r>
              <a:rPr sz="1900">
                <a:solidFill>
                  <a:srgbClr val="1B1F2A"/>
                </a:solidFill>
                <a:latin typeface="Arial"/>
              </a:rPr>
              <a:t>•  The same look-ahead appears in our own knowledge graph (6.0% of character facts); horizon versioning gives 0, naive hiding is worse.</a:t>
            </a:r>
          </a:p>
          <a:p>
            <a:pPr>
              <a:spcAft>
                <a:spcPts val="1000"/>
              </a:spcAft>
            </a:pPr>
            <a:r>
              <a:rPr sz="1900">
                <a:solidFill>
                  <a:srgbClr val="1B1F2A"/>
                </a:solidFill>
                <a:latin typeface="Arial"/>
              </a:rPr>
              <a:t>•  Model memory leaks on famous books (+26.0 points, exploratory) and stays under about 5 points on obscure ones (pre-registered).</a:t>
            </a:r>
          </a:p>
          <a:p>
            <a:pPr>
              <a:spcAft>
                <a:spcPts val="1000"/>
              </a:spcAft>
            </a:pPr>
            <a:r>
              <a:rPr sz="1900">
                <a:solidFill>
                  <a:srgbClr val="1B1F2A"/>
                </a:solidFill>
                <a:latin typeface="Arial"/>
              </a:rPr>
              <a:t>•  All tests were pre-registered; nulls are reported as nulls; no human labels are claimed.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