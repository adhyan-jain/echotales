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Language Models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Measuring name-keyed memory leakage when LLMs read serialised fiction, on a reader-scoped narrative knowledge graph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pre-registered confirmatory run on obscure books did not detect the effect; the limits are stated.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