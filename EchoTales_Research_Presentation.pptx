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Reading Assistants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Reader-faithfulness: detecting and fixing look-ahead leaks from the pipeline and from model memory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Whole-book card, renamed names: leak 18.5% (judge), 24.6% (strict text rule)</a:t>
            </a:r>
          </a:p>
          <a:p>
            <a:pPr>
              <a:spcAft>
                <a:spcPts val="1000"/>
              </a:spcAft>
            </a:pPr>
            <a:r>
              <a:rPr sz="1700">
                <a:solidFill>
                  <a:srgbClr val="1B1F2A"/>
                </a:solidFill>
                <a:latin typeface="Arial"/>
              </a:rPr>
              <a:t>•  Versioned (prefix-built) card: leak 1.2% renamed, 3.7% original names</a:t>
            </a:r>
          </a:p>
          <a:p>
            <a:pPr>
              <a:spcAft>
                <a:spcPts val="1000"/>
              </a:spcAft>
            </a:pPr>
            <a:r>
              <a:rPr sz="1700">
                <a:solidFill>
                  <a:srgbClr val="1B1F2A"/>
                </a:solidFill>
                <a:latin typeface="Arial"/>
              </a:rPr>
              <a:t>•  Input-channel leak W minus P: +17.3 points [9.3, 26.5]; memory-only leak +2.5 points</a:t>
            </a:r>
          </a:p>
          <a:p>
            <a:pPr>
              <a:spcAft>
                <a:spcPts val="1000"/>
              </a:spcAft>
            </a:pPr>
            <a:r>
              <a:rPr sz="1700">
                <a:solidFill>
                  <a:srgbClr val="1B1F2A"/>
                </a:solidFill>
                <a:latin typeface="Arial"/>
              </a:rPr>
              <a:t>•  Same frozen events and reveal oracle as the confirmatory study; pre-registered (addenda 6 to 8)</a:t>
            </a:r>
          </a:p>
          <a:p>
            <a:pPr>
              <a:spcAft>
                <a:spcPts val="1000"/>
              </a:spcAft>
            </a:pPr>
            <a:r>
              <a:rPr sz="1700">
                <a:solidFill>
                  <a:srgbClr val="1B1F2A"/>
                </a:solidFill>
                <a:latin typeface="Arial"/>
              </a:rPr>
              <a:t>•  Larger 24-32B models: whole-book card 23.1% vs versioned 1.9%; memory-only +0.0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