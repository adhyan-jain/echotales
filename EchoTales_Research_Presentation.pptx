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7" r:id="rId19"/>
    <p:sldId id="264" r:id="rId16"/>
    <p:sldId id="268" r:id="rId20"/>
    <p:sldId id="265" r:id="rId17"/>
    <p:sldId id="266" r:id="rId18"/>
    <p:sldId id="270" r:id="rId22"/>
    <p:sldId id="269" r:id="rId21"/>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before any card was read. The common assistant design builds a character card once from the whole book and shows it from the first appearance. On renamed names no model has seen, it named the hidden identity before the reveal in 18.5 percent of events by the judge and 24.6 percent by the strict text rule; a versioned card built from the prefix leaked in 1.2 percent. So the leak is the pipeline's design, not memory, and the versioned card fixes it at the cost of one rebuild per position.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Lead with the pipeline result, then the memory boundary.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Reading Assistants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Reader-faithfulness: detecting and fixing look-ahead leaks from the pipeline and from model memory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1800">
                <a:solidFill>
                  <a:srgbClr val="1B1F2A"/>
                </a:solidFill>
                <a:latin typeface="Arial"/>
              </a:rPr>
              <a:t>•  RQ2  Is the gap caused by memory keyed on names, or just by losing name cues like gender and nationality?  (cue-preserving pseudonyms)</a:t>
            </a:r>
          </a:p>
          <a:p>
            <a:pPr>
              <a:spcAft>
                <a:spcPts val="1000"/>
              </a:spcAft>
            </a:pPr>
            <a:r>
              <a:rPr sz="1800">
                <a:solidFill>
                  <a:srgbClr val="1B1F2A"/>
                </a:solidFill>
                <a:latin typeface="Arial"/>
              </a:rPr>
              <a:t>•  RQ3  Does the gap grow with how well-known the book is?  (dose-response; pre-registered confirmatory run)</a:t>
            </a:r>
          </a:p>
          <a:p>
            <a:pPr>
              <a:spcAft>
                <a:spcPts val="1000"/>
              </a:spcAft>
            </a:pPr>
            <a:r>
              <a:rPr sz="1800">
                <a:solidFill>
                  <a:srgbClr val="1B1F2A"/>
                </a:solidFill>
                <a:latin typeface="Arial"/>
              </a:rPr>
              <a:t>•  RQ4  Does the pipeline itself leak: our own graph, and a common whole-book character card? Does versioning fix it?  (truncate-and-rebuild, cipher names)</a:t>
            </a:r>
          </a:p>
          <a:p>
            <a:pPr>
              <a:spcAft>
                <a:spcPts val="1000"/>
              </a:spcAft>
            </a:pPr>
            <a:r>
              <a:rPr sz="18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Resolver: 0 of 28,165 mention-cut pairs differ (14 cuts, 3 serials); ids stable.</a:t>
            </a:r>
          </a:p>
          <a:p>
            <a:pPr>
              <a:spcAft>
                <a:spcPts val="1000"/>
              </a:spcAft>
            </a:pPr>
            <a:r>
              <a:rPr sz="1800">
                <a:solidFill>
                  <a:srgbClr val="1B1F2A"/>
                </a:solidFill>
                <a:latin typeface="Arial"/>
              </a:rPr>
              <a:t>•  Persona stage: 23 of 288 character-cuts differ (8.0%): gender from later pronouns, body splits from a whole-volume rule.</a:t>
            </a:r>
          </a:p>
          <a:p>
            <a:pPr>
              <a:spcAft>
                <a:spcPts val="1000"/>
              </a:spcAft>
            </a:pPr>
            <a:r>
              <a:rPr sz="1800">
                <a:solidFill>
                  <a:srgbClr val="1B1F2A"/>
                </a:solidFill>
                <a:latin typeface="Arial"/>
              </a:rPr>
              <a:t>•  Resolver is close to a normalised-string lookup (adjusted Rand index 0.971 to 0.985).</a:t>
            </a:r>
          </a:p>
          <a:p>
            <a:pPr>
              <a:spcAft>
                <a:spcPts val="1000"/>
              </a:spcAft>
            </a:pPr>
            <a:r>
              <a:rPr sz="1800">
                <a:solidFill>
                  <a:srgbClr val="1B1F2A"/>
                </a:solidFill>
                <a:latin typeface="Arial"/>
              </a:rPr>
              <a:t>•  Repair: version each fact by the chapter its evidence came from: 0 divergences. Hiding every exposed fact is worse than doing nothing (82 vs 23 of 289).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Events were selected by a model and checked against the book's text, not by people. No human annotation is used or claimed.</a:t>
            </a:r>
          </a:p>
          <a:p>
            <a:pPr>
              <a:spcAft>
                <a:spcPts val="1000"/>
              </a:spcAft>
            </a:pPr>
            <a:r>
              <a:rPr sz="1800">
                <a:solidFill>
                  <a:srgbClr val="1B1F2A"/>
                </a:solidFill>
                <a:latin typeface="Arial"/>
              </a:rPr>
              <a:t>•  One leak rule uses a judge model; checked against the strict text rule it finds 92% of leaks with 0.9% false alarms (kappa 0.92).</a:t>
            </a:r>
          </a:p>
          <a:p>
            <a:pPr>
              <a:spcAft>
                <a:spcPts val="1000"/>
              </a:spcAft>
            </a:pPr>
            <a:r>
              <a:rPr sz="1800">
                <a:solidFill>
                  <a:srgbClr val="1B1F2A"/>
                </a:solidFill>
                <a:latin typeface="Arial"/>
              </a:rPr>
              <a:t>•  One card prompt and one reader position per event in the main test; extra positions, a second prompt and a second cipher were run on one model.</a:t>
            </a:r>
          </a:p>
          <a:p>
            <a:pPr>
              <a:spcAft>
                <a:spcPts val="1000"/>
              </a:spcAft>
            </a:pPr>
            <a:r>
              <a:rPr sz="1800">
                <a:solidFill>
                  <a:srgbClr val="1B1F2A"/>
                </a:solidFill>
                <a:latin typeface="Arial"/>
              </a:rPr>
              <a:t>•  Memory leakage is clear only on famous books (exploratory); on obscure books it stays under about 5 points.</a:t>
            </a:r>
          </a:p>
          <a:p>
            <a:pPr>
              <a:spcAft>
                <a:spcPts val="1000"/>
              </a:spcAft>
            </a:pPr>
            <a:r>
              <a:rPr sz="1800">
                <a:solidFill>
                  <a:srgbClr val="1B1F2A"/>
                </a:solidFill>
                <a:latin typeface="Arial"/>
              </a:rPr>
              <a:t>•  All tests were pre-registered before their results existed; nulls are reported as nulls.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Found and fixed: whole-book character cards leak the reveal</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365760" y="1280160"/>
            <a:ext cx="5394960" cy="4572000"/>
          </a:xfrm>
          <a:prstGeom prst="rect">
            <a:avLst/>
          </a:prstGeom>
          <a:noFill/>
        </p:spPr>
        <p:txBody>
          <a:bodyPr wrap="square">
            <a:spAutoFit/>
          </a:bodyPr>
          <a:lstStyle/>
          <a:p>
            <a:pPr>
              <a:spcAft>
                <a:spcPts val="1000"/>
              </a:spcAft>
            </a:pPr>
            <a:r>
              <a:rPr sz="1200">
                <a:solidFill>
                  <a:srgbClr val="1B1F2A"/>
                </a:solidFill>
                <a:latin typeface="Arial"/>
              </a:rPr>
              <a:t>•  Whole-book card, renamed names: leak 18.5% (judge), 24.6% (strict text rule)</a:t>
            </a:r>
          </a:p>
          <a:p>
            <a:pPr>
              <a:spcAft>
                <a:spcPts val="1000"/>
              </a:spcAft>
            </a:pPr>
            <a:r>
              <a:rPr sz="1200">
                <a:solidFill>
                  <a:srgbClr val="1B1F2A"/>
                </a:solidFill>
                <a:latin typeface="Arial"/>
              </a:rPr>
              <a:t>•  Versioned (prefix-built) card: leak 1.2% renamed, 3.7% original names</a:t>
            </a:r>
          </a:p>
          <a:p>
            <a:pPr>
              <a:spcAft>
                <a:spcPts val="1000"/>
              </a:spcAft>
            </a:pPr>
            <a:r>
              <a:rPr sz="1200">
                <a:solidFill>
                  <a:srgbClr val="1B1F2A"/>
                </a:solidFill>
                <a:latin typeface="Arial"/>
              </a:rPr>
              <a:t>•  Input-channel leak W minus P: +17.3 points [9.3, 26.5]; memory-only leak +2.5 points</a:t>
            </a:r>
          </a:p>
          <a:p>
            <a:pPr>
              <a:spcAft>
                <a:spcPts val="1000"/>
              </a:spcAft>
            </a:pPr>
            <a:r>
              <a:rPr sz="1200">
                <a:solidFill>
                  <a:srgbClr val="1B1F2A"/>
                </a:solidFill>
                <a:latin typeface="Arial"/>
              </a:rPr>
              <a:t>•  Same frozen events and reveal oracle as the confirmatory study; pre-registered (addenda 6 to 8)</a:t>
            </a:r>
          </a:p>
          <a:p>
            <a:pPr>
              <a:spcAft>
                <a:spcPts val="1000"/>
              </a:spcAft>
            </a:pPr>
            <a:r>
              <a:rPr sz="1200">
                <a:solidFill>
                  <a:srgbClr val="1B1F2A"/>
                </a:solidFill>
                <a:latin typeface="Arial"/>
              </a:rPr>
              <a:t>•  Larger 24-32B models: whole-book card 23.1% vs versioned 1.9%; memory-only +0.0 points</a:t>
            </a:r>
          </a:p>
          <a:p>
            <a:pPr>
              <a:spcAft>
                <a:spcPts val="1000"/>
              </a:spcAft>
            </a:pPr>
            <a:r>
              <a:rPr sz="1200">
                <a:solidFill>
                  <a:srgbClr val="1B1F2A"/>
                </a:solidFill>
                <a:latin typeface="Arial"/>
              </a:rPr>
              <a:t>•  'Avoid spoilers' instruction: whole-book card still leaks 14.8% vs versioned 0.0%; second cipher input leak +31.6 points (strict text rule)</a:t>
            </a:r>
          </a:p>
        </p:txBody>
      </p:sp>
      <p:pic>
        <p:nvPicPr>
          <p:cNvPr id="7" name="Picture 6" descr="fig_rf.png"/>
          <p:cNvPicPr>
            <a:picLocks noChangeAspect="1"/>
          </p:cNvPicPr>
          <p:nvPr/>
        </p:nvPicPr>
        <p:blipFill>
          <a:blip r:embed="rId3"/>
          <a:stretch>
            <a:fillRect/>
          </a:stretch>
        </p:blipFill>
        <p:spPr>
          <a:xfrm>
            <a:off x="5852160" y="1645920"/>
            <a:ext cx="6126480" cy="215078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A common assistant design, a whole-book character card, names the hidden identity early in 18.5-23.1% of events even on cipher names: the pipeline leaks, not the model's memory.</a:t>
            </a:r>
          </a:p>
          <a:p>
            <a:pPr>
              <a:spcAft>
                <a:spcPts val="1000"/>
              </a:spcAft>
            </a:pPr>
            <a:r>
              <a:rPr sz="1900">
                <a:solidFill>
                  <a:srgbClr val="1B1F2A"/>
                </a:solidFill>
                <a:latin typeface="Arial"/>
              </a:rPr>
              <a:t>•  A versioned card built from the reader's prefix fixes it (1.2% leak); an 'avoid spoilers' instruction does not.</a:t>
            </a:r>
          </a:p>
          <a:p>
            <a:pPr>
              <a:spcAft>
                <a:spcPts val="1000"/>
              </a:spcAft>
            </a:pPr>
            <a:r>
              <a:rPr sz="1900">
                <a:solidFill>
                  <a:srgbClr val="1B1F2A"/>
                </a:solidFill>
                <a:latin typeface="Arial"/>
              </a:rPr>
              <a:t>•  The same look-ahead appears in our own knowledge graph (6.0% of character facts); horizon versioning gives 0, naive hiding is worse.</a:t>
            </a:r>
          </a:p>
          <a:p>
            <a:pPr>
              <a:spcAft>
                <a:spcPts val="1000"/>
              </a:spcAft>
            </a:pPr>
            <a:r>
              <a:rPr sz="1900">
                <a:solidFill>
                  <a:srgbClr val="1B1F2A"/>
                </a:solidFill>
                <a:latin typeface="Arial"/>
              </a:rPr>
              <a:t>•  Model memory leaks on famous books (+26.0 points, exploratory) and stays under about 5 points on obscure ones (pre-registered).</a:t>
            </a:r>
          </a:p>
          <a:p>
            <a:pPr>
              <a:spcAft>
                <a:spcPts val="1000"/>
              </a:spcAft>
            </a:pPr>
            <a:r>
              <a:rPr sz="1900">
                <a:solidFill>
                  <a:srgbClr val="1B1F2A"/>
                </a:solidFill>
                <a:latin typeface="Arial"/>
              </a:rPr>
              <a:t>•  All tests were pre-registered; nulls are reported as nulls; no human labels are claimed.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16</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